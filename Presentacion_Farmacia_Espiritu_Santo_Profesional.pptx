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31520"/>
            <a:ext cx="10515600" cy="5394960"/>
          </a:xfrm>
          <a:prstGeom prst="roundRect">
            <a:avLst>
              <a:gd name="adj" fmla="val 2542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143000"/>
            <a:ext cx="3200400" cy="365760"/>
          </a:xfrm>
          <a:prstGeom prst="roundRect">
            <a:avLst>
              <a:gd name="adj" fmla="val 25000"/>
            </a:avLst>
          </a:prstGeom>
          <a:solidFill>
            <a:srgbClr val="0E3A5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INTEGRAL DE GESTIÓN Y CONTROL FARMACÉUTICO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7889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Integral para Farmacias: Punto de Venta (POS), Control de Lotes y Vencimientos, Devoluciones Inteligentes, Gestión Multisede y Portal de Proveedores en Córdobas (C$).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3611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A19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Módulos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Integral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3611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A19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Sucursal 19 de Julio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4904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Sede Central Operativa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A19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Lotes &amp; Caducidad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Sanitario Estricto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12480" y="3611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A19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Nube 24/7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 Continua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0160" y="4800600"/>
            <a:ext cx="96012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983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Jonathan Rojas — Programador del Proyecto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IMPORTANCIA ESTRATÉGICA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es indispensable este sistema en la farmacia?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Transformación de riesgos operativos en ventajas competitivas y rentabilidad financiera garantizada.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15544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Cero Pérdidas por Caducidad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preventivo con semáforo de vencimientos (Vigente, Próximo a vencer, Vencido). Evita vender medicamentos caducados y previene sanciones sanitarias.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5544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Exacto de Caja y Efectivo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Aperturas de turno, arqueos ciegos de caja, detección automática de sobrantes/faltantes en Córdobas (C$) y trazabilidad de pagos en efectivo o tarjeta.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886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3886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Kardex e Inventario Inalterable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44805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unidad que ingresa o egresa registra usuario, fecha, sucursal y lote. Máxima transparencia contable sin mermas injustificadas.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886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886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Ágil en Mostrador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Cobros en menos de 5 segundos con pistola de código de barras, búsqueda instantánea por principio activo/genérico y emisión de tickets térmicos con posología.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Y STACK TECNOLÓGICO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Lenguajes y Tecnologías Empleadas: ¿Por qué se eligieron?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tecnológico de nivel empresarial seleccionado para garantizar velocidad en milisegundos y cero fallos.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(.ts / .tsx)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50876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Tipado Fuerte &amp; Precisión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eligió?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Previene errores en cálculos de precios en Córdobas (C$), aplicación de IVA 15% y control de stock antes de ejecutarse. Garantiza integridad contable absoluta.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&amp; Next.js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46920" y="150876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Web Reactiva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eligió?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que el Punto de Venta (POS) y el escaneo de código de barras respondan al instante sin recargar la pantalla. Despliegue en la nube para acceso permanente.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&amp; Node.js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384048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Asíncrono no Bloqueante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eligió?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5262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simultáneo de múltiples cajas, consultas de stock y transferencias entre sucursales sin que el sistema se ralentice ni se congele.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&amp; Modern CSS Design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46920" y="384048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Hardware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0" y="425196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eligió?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45262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directa con pistolas lectoras de código de barras e impresoras térmicas de tickets. Diseño ergonómico para computadoras, tablets y móviles.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FUNCIONAL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Completa: 22 Módulos Especializados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plataforma modular que cubre todas las operaciones de mostrador, bodega, finanzas y auditoría.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3258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25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 &amp; POS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Punto de Venta Rápido (POS)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7614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Devoluciones por Código Barras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51129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Control de Caja y Turnos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426110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Recetas y Prescripción Médica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5010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Clientes y Frecuencia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132588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3258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325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Inventario &amp; Calidad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2011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Catálogo Maestro de Fármacos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27614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Gestión de Lotes y Caducidades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351129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Kardex y Trazabilidad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426110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Traslados entre Sucursales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5010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Área de Medicamentos Vencidos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3258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325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Compras &amp; Proveedores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011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Directorio de Laboratorios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7614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Facturas de Compra / Entrada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51129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Órdenes y Pedidos de Reabasto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426110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Portal Web para Proveedores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5010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Análisis de Precios de Compra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23960" y="132588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13258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1325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Finanzas &amp; Seguridad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61120" y="2011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Facturación y Recibos Térmicos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61120" y="27614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Gastos Operativos y Servicios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0" y="351129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Conciliación Bancaria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0" y="426110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Reportes BI en Córdobas (C$)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61120" y="5010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Auditoría Forense y Sucursales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POR PERFIL DE USUARIO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Facilidades para la Dirección General y Propietaria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Supervisión financiera en tiempo real, protección patrimonial y visibilidad remota de resultados.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108960" cy="4663440"/>
          </a:xfrm>
          <a:prstGeom prst="roundRect">
            <a:avLst>
              <a:gd name="adj" fmla="val 3529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DIRECCIÓN &amp; PROPIEDAD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Ejecutiva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Supervisión financiera integral de la farmacia desde cualquier lugar, sin requerir presencia física permanente en el mostrador.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743200" cy="182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 Clave: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Tranquilidad patrimonial, control de utilidades netas y cero fugas de dinero en Córdobas (C$).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69080" y="1325880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35608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Panel Financiero y Ganancia Neta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764792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 ventas del día, costo de mercadería vendida, gastos fijos y margen neto en Córdobas (C$) al instante.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496312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606040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Arqueos de Caja Transparentes y Sin Faltantes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935224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cierre de turno compara el dinero físico contra las ventas registradas, alertando discrepancias inmediatamente.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3666744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77647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Acceso Remoto Seguro (Celular / Tablet / PC)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4105656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funciona en la nube (Vercel). Puede revisar reportes de ventas e inventario desde su hogar o viaje.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4837176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94690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Supervisión Multisede Unificada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5276088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Sucursal 19 de Julio (Central) y futuras sucursales desde una sola pantalla centralizada.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POR PERFIL DE USUARIO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Facilidades para el Personal de Ventas y Caja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ergonómicas y rápidas que facilitan el despacho, agilizan el cobro y evitan errores de mostrador.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108960" cy="4663440"/>
          </a:xfrm>
          <a:prstGeom prst="roundRect">
            <a:avLst>
              <a:gd name="adj" fmla="val 35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CAJA &amp; DISPENSACIÓN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de Mostrador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rápida al paciente, despacho seguro de recetas y control de caja personal sin complicaciones ni estrés.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743200" cy="182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 Clave: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Cobros en 5 segundos, cálculo de vuelto exacto y cero descuadres al entregar el turno.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69080" y="1325880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35608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Cobro Ultra-Rápido con Pistola Láser (Código de Barras)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764792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Escaneo directo de la caja: el sistema agrega el producto, valida el lote vigente y calcula el total automáticamente.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496312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606040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Búsqueda Inteligente por Principio Activo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935224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marca comercial está agotada, el sistema sugiere sustitutos genéricos con la misma molécula y concentración.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3666744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77647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💵 Calculadora de Vuelto Exacto en Córdobas (C$)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4105656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 en pantalla el cambio exacto al ingresar billetes recibidos (C$ 500, C$ 1000), eliminando errores matemáticos.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4837176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94690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Tickets con Posología para el Paciente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5276088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Emisión automática de recibo térmico con indicaciones de dosis y frecuencia para mayor satisfacción del cliente.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POR PERFIL DE USUARIO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Facilidades para el Programador del Proyecto: Jonathan Rojas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Superadministración técnica, gobierno de datos, auditoría forense inmutable y escalabilidad.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108960" cy="4663440"/>
          </a:xfrm>
          <a:prstGeom prst="roundRect">
            <a:avLst>
              <a:gd name="adj" fmla="val 35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&amp; CONTROL MASTER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Jonathan Rojas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Programador del Proyecto y Super Administrador con control total sobre reglas de negocio, base de datos y seguridad.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743200" cy="182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 Clave: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robusta, trazabilidad forense de cada acción y mantenimiento sin caídas del servicio.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69080" y="1325880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35608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Bitácora de Auditoría Forense Inmutable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764792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automático con timestamp, usuario, IP y tipo de acción de cada venta, devolución o ajuste en el sistema.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496312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606040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Configuración Global de Reglas y Parámetros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935224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centralizada de moneda (C$ NIO), tasa de IVA (15%), umbrales de alerta de caducidad y límites de descuento.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3666744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77647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Gestión Granular de Roles y Seguridad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4105656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y asignación de credenciales con permisos restringidos por perfil (Propietario, Vendedor, Farmacéutico, Auditor).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4837176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94690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Mantenimiento Continuo en la Nube (CI/CD)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5276088"/>
            <a:ext cx="6995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Sincronización directa con GitHub y Vercel para aplicar mejoras y actualizaciones en vivo sin interrumpir las ventas.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INNOVACIÓN EXCLUSIVA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Devoluciones Inteligentes por Código de Barras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Diferenciación automática entre reingreso al inventario activo y cuarentena sanitaria.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54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CASO 1: DEVOLUCIÓN NO POR VENCIMIENTO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(Error de despacho, cambio de receta, dosis o desistimiento)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El vendedor escanea el código de barras de la caja devuelta.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Selecciona el motivo (ej. Error al entregar el medicamento).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El sistema asigna automáticamente: "Re-Stock (Estantería)".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39319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El stock del lote se incrementa de inmediato.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4480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Si el lote estaba agotado, se reactiva a "Disponible".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5029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El medicamento queda listo para venderse de nuevo.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54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CASO 2: MARCADO POR VENCIMIENTO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(Medicamento vencido, empaque alterado o no conforme)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El vendedor detecta fecha de caducidad vencida.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Selecciona "Medicamento Vencido / No Conforme".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El sistema bloquea el re-stock y asigna "Área de Vencidos".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9319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NO se mezcla con el inventario comercial vendible.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4480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 traslada a la pestaña de custodia y bajas sanitarias.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5029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Permite emitir el Acta Oficial de Destrucción Legal.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REGULATORIO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Sanitario, Trazabilidad y Buenas Prácticas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Garantía de inocuidad farmacéutica alineada con estándares de salud pública e inspecciones sanitarias.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3258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25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Semáforo Sanitario de Lotes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Vigente (&gt;90 días): Apto para dispensación comercial normal.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Próximo a Vencer (30-90 días): Alerta preventiva para rotación rápida o devolución al distribuidor.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Crítico (&lt;30 días): Notificación prioritaria.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Vencido: Bloqueo automático de venta en POS.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13258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3258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325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Recetas Médicas Controladas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Registro obligatorio del Médico y N° de Colegiatura.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Identificación del Paciente con Cédula de Identidad.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3840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de dosis y fecha de prescripción.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Bloqueo de dispensación duplicada no autorizada.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55280" y="13258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3258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1325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Trazabilidad del Fabricante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Cadena de custodia desde la factura de compra.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Número de Lote oficial del fabricante registrado.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3840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Kardex de cada unidad desde ingreso a dispensación.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Actas de merma y destrucción listas para auditoría.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 DE SUMINISTRO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Web Autónomo para Proveedores y Laboratorios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digital directa con distribuidoras farmacéuticas para agilizar pedidos y compras.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54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Acceso Web Exclusivo para Proveedores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laboratorios pueden ingresar mediante /portal-proveedores para consultar órdenes de compra emitidas por la farmacia.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Envío Digital de Facturas de Compra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 de facturas comerciales con detalle de lotes y precios pactados en Córdobas (C$), agilizando la recepción en bodega.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862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Sugerencia Automática de Pedidos por Quiebre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calcula qué medicamentos están por debajo del stock mínimo y genera la orden de compra de forma automática.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8862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Evaluación y Condiciones Comerciales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4389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de tiempos de entrega, cumplimiento de órdenes y condiciones de crédito negociadas con cada proveedor.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Y FUTURO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Retorno de Inversión (ROI)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inversión tecnológica sólida que protege el patrimonio farmacéutico y garantiza el crecimiento futuro.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6364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355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• Sistema Integral de Gestión Farmacéutica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Moneda Oficial: Córdobas (C$ NIO) • Sistema en Vivo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Ahorro Económico Inmediato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Cero Mermas Ocultas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 pérdidas por medicamentos caducados desapercibidos y previene faltantes de dinero en caja.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325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554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Eficiencia Operativa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 Más Rápido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5603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 ágil en mostrador, arqueos de caja automáticos y generación instantánea de reportes contables.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0" y="1325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554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Seguridad y Cumplimiento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Auditado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25603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normativo estricto ante inspecciones sanitarias y bitácora completa de movimientos.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🕊️ Farmacia Espíritu Santo — Sistema Integral de Gestión Farmacéutica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Jonathan Rojas — Programador del Proyecto | Plataforma en Vivo: https://farmacia-espiritusanto.vercel.app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Farmacia Espíritu Santo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Ejecutiva - Sistema Integral de Gestión Farmacéutica</dc:title>
  <dc:subject>PptxGenJS Presentation</dc:subject>
  <dc:creator>Jonathan Rojas - Programador del Proyecto</dc:creator>
  <cp:lastModifiedBy>Jonathan Rojas - Programador del Proyecto</cp:lastModifiedBy>
  <cp:revision>1</cp:revision>
  <dcterms:created xsi:type="dcterms:W3CDTF">2026-09-17T21:51:59Z</dcterms:created>
  <dcterms:modified xsi:type="dcterms:W3CDTF">2026-09-17T21:51:59Z</dcterms:modified>
</cp:coreProperties>
</file>