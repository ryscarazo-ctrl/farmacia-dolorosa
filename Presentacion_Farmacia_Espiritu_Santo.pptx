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914400"/>
            <a:ext cx="10332720" cy="50292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280160"/>
            <a:ext cx="3474720" cy="411480"/>
          </a:xfrm>
          <a:prstGeom prst="roundRect">
            <a:avLst>
              <a:gd name="adj" fmla="val 333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</a:rPr>
              <a:t>🕊️ FARMACIA ESPÍRITU SANTO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Y CONTROL FARMACÉUTICO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de Vanguardia: Punto de Venta (POS), Control de Lotes y Vencimientos, Devoluciones Inteligentes, Gestión Multisede y Portal de Proveedores en Córdobas (C$).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4206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22 Módulos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4617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Módulos Integrados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411480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4206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19 de Julio (Central)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4617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Sucursal Principal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411480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4206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Lotes y Vencimientos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4617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Control Sanitario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66760" y="4114800"/>
            <a:ext cx="214884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42062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Nube 24/7 en Vivo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4617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Disponibilidad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Jonathan Rojas — Programador del Proyecto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ESTRATÉGICA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indispensable este sistema en la farmacia?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de riesgos operativos en ventajas competitivas y rentabilidad garantizada.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82880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Cero Pérdidas por Vencimiento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Monitoreo preventivo con semáforos de caducidad (Vigente, Próximo a vencer, Vencido). Evita vender medicamentos caducados y previene sanciones sanitarias.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Control Exacto de Dinero en Caja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Aperturas de turno, arqueos ciegos, detección automática de sobrantes o faltantes en Córdobas (C$) y trazabilidad de cada centavo en efectivo o tarjeta.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11480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Inventario y Kardex Infalsificable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754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Cada pastilla que entra o sale tiene firma de usuario, fecha y lote. Ni una sola unidad se pierde sin quedar registrada en la bitácora de auditoría.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4114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Atención Ágil al Cliente en Mostrador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754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Cobro en menos de 5 segundos con pistola de código de barras, búsqueda instantánea por principio activo/genérico y emisión de tickets térmicos con posología.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Y STACK TECNOLÓGICO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 y Tecnologías Empleadas: ¿Por qué se eligieron?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tecnologías de nivel mundial para garantizar máxima velocidad, cero cuelgues y seguridad blindada.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TypeScript (.ts / .tsx)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7830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783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Tipado Fuerte &amp; Precisión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78C6"/>
                </a:solidFill>
              </a:rPr>
              <a:t>¿Por qué se usó?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Previene errores en cálculos financieros y cantidades de medicamentos antes de que lleguen a producción. Garantiza que no haya fallas de cálculo de IVA, arqueos o lotes.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React 19 &amp; Next.js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09760" y="17830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783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Arquitectura Web &amp; Nube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¿Por qué se usó?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Permite que el sistema responda en milisegundos con actualización reactiva en vivo. El punto de venta (POS) y el escaneo de código de barras funcionan instantáneamente sin recargar la página.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JavaScript &amp; Node.js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0" y="40690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4069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Motor de Ejecución Asíncrono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0584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¿Por qué se usó?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4709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Procesamiento no bloqueante y ultra-rápido para soportar cientos de transacciones simultáneas entre múltiples sucursales y terminales sin ralentizar la farmacia.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HTML5 Semántico &amp; Modern CSS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09760" y="40690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4069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Diseño Ergonómico &amp; Hardware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0080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¿Por qué se usó?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4709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Integración nativa con lectores de código de barras e impresoras térmicas de tickets. Interfaz adaptable a pantallas táctiles, computadoras, tablets y teléfonos celulares.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FUNCIONAL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Completa: 22 Módulos Especializados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solución integral que cubre todas las áreas operativas, clínicas, financieras y regulatorias.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51460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2514600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54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Operación &amp; Venta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1. Punto de Venta (POS Rápido)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2. Devoluciones por Código Barras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3. Control de Caja y Turnos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4. Recetas / Prescripción Controlada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5. Clientes y Frecuencia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1554480"/>
            <a:ext cx="251460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554480"/>
            <a:ext cx="251460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554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Inventario &amp; Lotes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286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6. Catálogo de Medicamentos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3017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7. Gestión de Lotes y Caducidades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3749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8. Trazabilidad y Movimientos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0" y="4480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9. Traslados entre Sucursales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5212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10. Área de Vencidos y Merma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251460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554480"/>
            <a:ext cx="251460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554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Compras &amp; Proveedores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286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11. Directorio de Laboratorios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3017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12. Facturas de Compra / Entrada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3749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13. Órdenes y Pedidos de Reabasto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4480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14. Portal Web Proveedores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5212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15. Análisis de Precios de Compra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823960" y="1554480"/>
            <a:ext cx="2514600" cy="4572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3960" y="1554480"/>
            <a:ext cx="2514600" cy="594360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23960" y="15544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Finanzas &amp;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0" y="22860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16. Facturación y Recibos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61120" y="30175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17. Gastos Operativos y Servicios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61120" y="3749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18. Conciliación Bancaria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61120" y="44805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19. Reportes y Business Intelligence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961120" y="5212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20. Auditoría Forense y Sucursales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PERFIL DE USUARIO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Facilidades para la Propietaria: María Tardencilla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gerencial absoluto, protección del patrimonio y visibilidad de utilidades en tiempo real.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200400" cy="4572000"/>
          </a:xfrm>
          <a:prstGeom prst="roundRect">
            <a:avLst>
              <a:gd name="adj" fmla="val 4286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</a:rPr>
              <a:t>👑 ROL PROPIETARIA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María Tardencilla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F3D0"/>
                </a:solidFill>
              </a:rPr>
              <a:t>Supervisión financiera total sin necesidad de estar físicamente todo el día en el mostrador.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Beneficio Clave: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Tranquilidad, seguridad y rentabilidad cuantificable en Córdobas (C$).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554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91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📊 Panel Financiero y Utilidades Reales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2011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Visualiza ventas del día, costo de mercadería vendida, gastos fijos y ganancia neta en Córdobas (C$) al instante.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2697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834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🔒 Cero Fugas de Dinero y Arqueos Transparentes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0" y="3154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Cada cierre de caja compara el dinero físico contra las ventas registradas, alertando cualquier discrepancia inmediatamente.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3840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977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📱 Acceso Remoto desde Celular o Tablet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4297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El sistema funciona en la nube (Vercel). Puede revisar reportes de ventas e inventario desde su casa o mientras viaja.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4983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5120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🏢 Supervisión de Sucursales Conectadas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5440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Monitoreo de la Sucursal Central 19 de Julio y futuras sucursales desde una sola pantalla unificada.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PERFIL DE USUARIO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Facilidades para la Vendedora: Fátima Selene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rápidas e intuitivas que facilitan el trabajo diario y previenen errores en el despacho.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200400" cy="4572000"/>
          </a:xfrm>
          <a:prstGeom prst="roundRect">
            <a:avLst>
              <a:gd name="adj" fmla="val 428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</a:rPr>
              <a:t>💊 ROL CAJERA &amp; VENTAS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Fátima Selene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</a:rPr>
              <a:t>Atención al cliente fluida, despacho seguro y control de caja personal sin complicaciones.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2834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Beneficio Clave: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Menor esfuerzo, cero equivocaciones en el vuelto y cobros rápidos sin filas.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554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91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⚡ Cobro Rápido con Pistola Láser (Código de Barras)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2011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Escaneo directo de la caja: el sistema agrega el producto al carrito, valida stock en el lote y calcula el total automáticamente.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2697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834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🔍 Búsqueda Inteligente por Principio Activo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0" y="3154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 el cliente pide un nombre comercial agotado, el sistema sugiere al instante sustitutos genéricos con la misma molécula.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3840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977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💵 Calculadora de Cambio Exacto en Córdobas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4297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Indica en pantalla el vuelto exacto al ingresar billetes recibidos (C$ 500, C$ 1000, etc.), evitando diferencias en su caja.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4983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5120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🧾 Impresión de Tickets con Indicaciones de Uso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5440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Emisión automática de recibo térmico con posología clara (dosis, horas) para mayor satisfacción y fidelidad del paciente.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PERFIL DE USUARIO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Facilidades para el Creador: Jonathan Rojas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Superadministración, gobierno de datos, auditoría forense inmutable y alta escalabilidad técnica.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200400" cy="4572000"/>
          </a:xfrm>
          <a:prstGeom prst="roundRect">
            <a:avLst>
              <a:gd name="adj" fmla="val 4286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</a:rPr>
              <a:t>⚡ CREADOR &amp; MASTER 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Jonathan Rojas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</a:rPr>
              <a:t>Poder técnico total, configuración global de reglas de negocio y trazabilidad absoluta.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28346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Beneficio Clave: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 integral de la infraestructura, seguridad de accesos y expansión a nuevas sucursales.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554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91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🛡️ Bitácora de Auditoría Forense Inmutable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2011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Registro detallado con timestamp, usuario, IP y tipo de acción de cada venta, devolución, ajuste o cambio en el sistema.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2697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834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⚙️ Configuración Global de Parámetros de Farmacia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0" y="3154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Gestión centralizada de moneda (C$ NIO), impuestos (IVA 15%), días de alerta de vencimiento y topes de descuento.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3840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977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👥 Gestión Granular de Roles y Credenciales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4297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Creación y asignación de permisos por rol (Propietario, Administrador, Vendedor, Farmacéutico, Auditor) con aislamiento seguro.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4983480"/>
            <a:ext cx="7132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5120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🚀 Mantenimiento y Despliegue Continuo (CI/CD)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54406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Infraestructura moderna en Next.js y React sincronizada con GitHub y Vercel para actualizaciones sin caída del servicio.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EXCLUSIVA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Devoluciones Inteligentes por Código de Barras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Diferenciación automática entre reingreso al inventario vendible y cuarentena sanitaria.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🟢 CASO 1: NO ES POR VENCIMIENTO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(Error de despacho, cambio de receta, dosis o desistimiento)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1. El vendedor escanea el código de barras de la caja devuelta.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2. Selecciona el motivo (ej. Error de entrega en mostrador).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3. El sistema activa automáticamente: "Re-Stock (Estantería)".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4. El stock del lote se incrementa de inmediato.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5. Si el lote estaba agotado, se reactiva a "Disponible".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6. El medicamento queda listo para venderse a otro cliente.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🚫 CASO 2: MARCADO POR VENCIMIENTO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(Medicamento vencido, empaque alterado o no conforme)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1. El vendedor detecta fecha de caducidad superada.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2. Selecciona "Medicamento Vencido / No Conforme".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3. El sistema bloquea el re-stock y asigna "Área de Vencidos".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4. NO se mezcla con el inventario comercial vendible.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663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5. Se traslada a la pestaña de custodia y bajas sanitarias.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6. Permite imprimir el Acta Oficial de Destrucción Legal.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REGULATORIO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Sanitario, Trazabilidad y Buenas Prácticas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total de inocuidad farmacéutica alineada con estándares de salud pública.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54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🟢 Semáforo Sanitario de Lotes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Vigente (&gt;90 días): Apto para venta normal.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Próximo a Vencer (30-90 días): Alerta preventiva para rotación rápida o devolución.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Crítico (&lt;30 días): Notificación urgente.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Vencido: Bloqueo automático de venta.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554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Recetas Médicas Controladas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3317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Registro de Médico emisor y N° de Colegiatura (MINSA).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Registro del Paciente con Cédula de Identidad.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3977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Control de dosis y fecha de emisión.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26280" y="4800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Bloqueo de dispensación duplicada o no autorizada.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55280" y="155448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155448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5544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Trazabilidad del Fabricante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23317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Seguimiento desde la factura de compra al laboratorio.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3816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Número de Lote oficial del fabricante registrado.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38160" y="3977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Historial de cada pastilla desde la recepción al paciente.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38160" y="4800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Actas de merma y destrucción listas para inspección.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SUMINISTRO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Web Autónomo para Proveedores y Laboratorios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digital directa con distribuidoras farmacéuticas (Rarpe, Cisa Exportadora, etc.).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🌐 Acceso Web Exclusivo para Proveedores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Los laboratorios pueden ingresar mediante /portal-proveedores para consultar pedidos de reabasto emitidos por la farmacia.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📑 Envío Digital de Facturas de Compra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Carga de facturas comerciales con detalle de lotes y precios pactados en Córdobas (C$), agilizando la recepción.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📊 Sugerencia Automática de Pedidos por Quiebre de Stock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El sistema calcula qué medicamentos están por debajo del punto de reorden y prepara la orden de compra automáticamente.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🤝 Historial Comercial y Evaluación de Proveedores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Trazabilidad de tiempos de entrega, cumplimiento de pedidos y condiciones de crédito negociadas.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Y FUTURO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Retorno de Inversión (ROI)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inversión tecnológica sólida que blinda el presente y garantiza el crecimiento futuro.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Farmacia Espíritu Santo • Sistema Integral de Gestión Farmacéutica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Oficial: Córdobas (C$ NIO)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4290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💰 Ahorro Económico Inmediato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Cero Mermas Ocultas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Elimina pérdidas por medicamentos caducados desapercibidos y previene faltantes de dinero en caja.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⚡ Eficiencia Operativa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70% Más Rápido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8346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Despacho ágil, arqueos de caja automáticos y generación instantánea de reportes contables.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4290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🛡️ Seguridad y Cumplimiento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2286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100% Auditado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28346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Cumplimiento normativo estricto ante inspecciones sanitarias y bitácora completa de movimientos.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652760" cy="128016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🕊️ Farmacia Espíritu Santo — Creado por Jonathan Rojas para María Tardencilla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Sistema en Vivo: https://farmacia-espiritusanto.vercel.app • Moneda: Córdobas (C$ NIO) • Sucursal 19 de Julio (Central)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Farmacia Espíritu Santo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Ejecutiva - Sistema Integral de Gestión Farmacéutica</dc:title>
  <dc:subject>PptxGenJS Presentation</dc:subject>
  <dc:creator>Jonathan Rojas - Creador del Sistema</dc:creator>
  <cp:lastModifiedBy>Jonathan Rojas - Creador del Sistema</cp:lastModifiedBy>
  <cp:revision>1</cp:revision>
  <dcterms:created xsi:type="dcterms:W3CDTF">2026-09-17T21:46:21Z</dcterms:created>
  <dcterms:modified xsi:type="dcterms:W3CDTF">2026-09-17T21:46:21Z</dcterms:modified>
</cp:coreProperties>
</file>